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972800" cy="2286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A98441-D344-44FF-9497-75912178382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F65154-7646-461C-AC93-5F21650282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605BDB-9F5F-45EE-AEAF-B8C7C6E477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F794B6-26B4-4C3C-8D8D-03A789F285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0AE941-37F7-43BB-9C06-870E0B5548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48640" y="91080"/>
            <a:ext cx="9875160" cy="176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766541B-BE05-4154-9EF4-C391D3DED5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D25D2E-D0ED-4EAB-ABC4-6EACCD2CD2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B87DBA-E765-4ACE-8364-F16F37820A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C7E356-B05D-4593-8C9B-56907413236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4C9451-729D-4D20-ABB6-2DE0FCBA1C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5C2816-2D6C-487A-8F1A-1A8053416A5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887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722628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548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887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722628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7E6D38-48E1-4AF4-A4E8-FEA528949E2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634920" y="2118600"/>
            <a:ext cx="3701160" cy="11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749720" y="2118600"/>
            <a:ext cx="2466720" cy="11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4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F7D6115-6D8B-4444-92D3-FBC0CF6CCED2}" type="slidenum">
              <a:rPr b="0" lang="en-US" sz="24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24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754200" y="2118600"/>
            <a:ext cx="2466720" cy="11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72000" y="149760"/>
            <a:ext cx="2176560" cy="2062800"/>
          </a:xfrm>
          <a:prstGeom prst="rect">
            <a:avLst/>
          </a:prstGeom>
          <a:ln w="0">
            <a:noFill/>
          </a:ln>
        </p:spPr>
      </p:pic>
      <p:sp>
        <p:nvSpPr>
          <p:cNvPr id="40" name="TextBox 2"/>
          <p:cNvSpPr/>
          <p:nvPr/>
        </p:nvSpPr>
        <p:spPr>
          <a:xfrm>
            <a:off x="2743560" y="685800"/>
            <a:ext cx="5942520" cy="10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Health-Informatics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A R Tutorial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41" name="" descr=""/>
          <p:cNvPicPr/>
          <p:nvPr/>
        </p:nvPicPr>
        <p:blipFill>
          <a:blip r:embed="rId2"/>
          <a:stretch/>
        </p:blipFill>
        <p:spPr>
          <a:xfrm>
            <a:off x="8915400" y="457200"/>
            <a:ext cx="1893600" cy="148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104</TotalTime>
  <Application>LibreOffice/7.3.7.2$Linux_X86_64 LibreOffice_project/30$Build-2</Application>
  <AppVersion>15.0000</AppVersion>
  <Words>6</Words>
  <Paragraphs>2</Paragraphs>
  <Company>University at Buffalo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2024-02-16T18:50:38Z</dcterms:created>
  <dc:creator>Zia Ahmed</dc:creator>
  <dc:description/>
  <dc:language>en-US</dc:language>
  <cp:lastModifiedBy/>
  <dcterms:modified xsi:type="dcterms:W3CDTF">2026-08-27T20:18:46Z</dcterms:modified>
  <cp:revision>15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2</vt:i4>
  </property>
</Properties>
</file>